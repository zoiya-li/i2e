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6554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50" y="2662170"/>
            <a:ext cx="1828754" cy="1197976"/>
          </a:xfrm>
          <a:prstGeom prst="roundRect">
            <a:avLst/>
          </a:prstGeom>
          <a:solidFill>
            <a:srgbClr val="3B86C4"/>
          </a:solidFill>
          <a:ln w="12700">
            <a:solidFill>
              <a:srgbClr val="2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Input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04089" y="2662170"/>
            <a:ext cx="1828754" cy="1197976"/>
          </a:xfrm>
          <a:prstGeom prst="roundRect">
            <a:avLst/>
          </a:prstGeom>
          <a:solidFill>
            <a:srgbClr val="3B86C4"/>
          </a:solidFill>
          <a:ln w="12700">
            <a:solidFill>
              <a:srgbClr val="2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2428" y="2662170"/>
            <a:ext cx="1828754" cy="1197976"/>
          </a:xfrm>
          <a:prstGeom prst="roundRect">
            <a:avLst/>
          </a:prstGeom>
          <a:solidFill>
            <a:srgbClr val="3B86C4"/>
          </a:solidFill>
          <a:ln w="12700">
            <a:solidFill>
              <a:srgbClr val="2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Feature
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767" y="2662170"/>
            <a:ext cx="1828754" cy="1197976"/>
          </a:xfrm>
          <a:prstGeom prst="roundRect">
            <a:avLst/>
          </a:prstGeom>
          <a:solidFill>
            <a:srgbClr val="3B86C4"/>
          </a:solidFill>
          <a:ln w="12700">
            <a:solidFill>
              <a:srgbClr val="2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19106" y="2662170"/>
            <a:ext cx="1828754" cy="1197976"/>
          </a:xfrm>
          <a:prstGeom prst="roundRect">
            <a:avLst/>
          </a:prstGeom>
          <a:solidFill>
            <a:srgbClr val="3B86C4"/>
          </a:solidFill>
          <a:ln w="12700">
            <a:solidFill>
              <a:srgbClr val="2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518" y="1331085"/>
            <a:ext cx="975335" cy="3327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1A202C"/>
                </a:solidFill>
              </a:rPr>
              <a:t>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8850" y="4858461"/>
            <a:ext cx="2072588" cy="3327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1A202C"/>
                </a:solidFill>
              </a:rPr>
              <a:t>Feedback Loop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04" y="3261158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32843" y="3261158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71182" y="3261158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39935" y="1663855"/>
            <a:ext cx="34505" cy="99831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09521" y="3261158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071182" y="3261158"/>
            <a:ext cx="3047924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