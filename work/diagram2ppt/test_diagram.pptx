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6554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33" y="2662170"/>
            <a:ext cx="1828754" cy="1264531"/>
          </a:xfrm>
          <a:prstGeom prst="roundRect">
            <a:avLst/>
          </a:prstGeom>
          <a:solidFill>
            <a:srgbClr val="4086C4"/>
          </a:solidFill>
          <a:ln w="12700">
            <a:solidFill>
              <a:srgbClr val="28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Input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82172" y="2662170"/>
            <a:ext cx="1828754" cy="1264531"/>
          </a:xfrm>
          <a:prstGeom prst="roundRect">
            <a:avLst/>
          </a:prstGeom>
          <a:solidFill>
            <a:srgbClr val="4086C4"/>
          </a:solidFill>
          <a:ln w="12700">
            <a:solidFill>
              <a:srgbClr val="28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511" y="2662170"/>
            <a:ext cx="1828754" cy="1264531"/>
          </a:xfrm>
          <a:prstGeom prst="roundRect">
            <a:avLst/>
          </a:prstGeom>
          <a:solidFill>
            <a:srgbClr val="4086C4"/>
          </a:solidFill>
          <a:ln w="12700">
            <a:solidFill>
              <a:srgbClr val="28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Feature
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58850" y="2662170"/>
            <a:ext cx="1828754" cy="1264531"/>
          </a:xfrm>
          <a:prstGeom prst="roundRect">
            <a:avLst/>
          </a:prstGeom>
          <a:solidFill>
            <a:srgbClr val="4086C4"/>
          </a:solidFill>
          <a:ln w="12700">
            <a:solidFill>
              <a:srgbClr val="28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7189" y="2662170"/>
            <a:ext cx="1828754" cy="1264531"/>
          </a:xfrm>
          <a:prstGeom prst="roundRect">
            <a:avLst/>
          </a:prstGeom>
          <a:solidFill>
            <a:srgbClr val="4086C4"/>
          </a:solidFill>
          <a:ln w="12700">
            <a:solidFill>
              <a:srgbClr val="285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518" y="1464193"/>
            <a:ext cx="975335" cy="3327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111827"/>
                </a:solidFill>
              </a:rPr>
              <a:t>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8850" y="4925015"/>
            <a:ext cx="1828754" cy="3327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>
                <a:solidFill>
                  <a:srgbClr val="111827"/>
                </a:solidFill>
              </a:rPr>
              <a:t>Feedback Loop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2587" y="3294435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10926" y="3294435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265" y="3294435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496391" y="1796963"/>
            <a:ext cx="31698" cy="865206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7604" y="3294435"/>
            <a:ext cx="609585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949265" y="3294435"/>
            <a:ext cx="3047924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